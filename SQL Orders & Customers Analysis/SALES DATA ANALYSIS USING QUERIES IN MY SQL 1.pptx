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660"/>
  </p:normalViewPr>
  <p:slideViewPr>
    <p:cSldViewPr snapToGrid="0">
      <p:cViewPr varScale="1">
        <p:scale>
          <a:sx n="65" d="100"/>
          <a:sy n="65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81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4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8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1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04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24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91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4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3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46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920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00F1D3C-B89D-46B9-AD08-41FCC6F602A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263A211-4493-413B-820D-2175DE852A7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30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44CF-C63D-3C97-9152-FDC9816A4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SALES DATA ANALYSIS USING QUERIES IN MY SQL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E79B9-2E56-4D3B-E97C-6D6CF48096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DONE BY PEDHADA VARUN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968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028D-F4C0-1816-7DF5-77EFD6E1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4826"/>
            <a:ext cx="10058400" cy="1450757"/>
          </a:xfrm>
        </p:spPr>
        <p:txBody>
          <a:bodyPr/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FF634-5296-6973-98EA-FF0A4558A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30399"/>
            <a:ext cx="8596668" cy="4110962"/>
          </a:xfrm>
        </p:spPr>
        <p:txBody>
          <a:bodyPr/>
          <a:lstStyle/>
          <a:p>
            <a:r>
              <a:rPr lang="en-US" b="1" dirty="0"/>
              <a:t>TABLE 1 - SALES                                                  TABLE 2 – CUSTOMERS1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FC2E44-F9CE-9244-CBA3-113D34CA2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79" y="2440032"/>
            <a:ext cx="3162444" cy="30916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738694-6A16-BBD2-BA55-BD8A8338F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357" y="2440031"/>
            <a:ext cx="2919449" cy="17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9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204D-891A-46D5-B599-3737B0623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98356"/>
            <a:ext cx="8596668" cy="1320800"/>
          </a:xfrm>
        </p:spPr>
        <p:txBody>
          <a:bodyPr>
            <a:noAutofit/>
          </a:bodyPr>
          <a:lstStyle/>
          <a:p>
            <a:r>
              <a:rPr lang="en-US" sz="2800" dirty="0"/>
              <a:t>Query 1:Find all order from Delhi and display them ordered by price in descending order from sales table.</a:t>
            </a:r>
            <a:endParaRPr lang="en-IN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6A77CA-879B-F0BE-3670-BFF6465BB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Filter order from </a:t>
            </a:r>
            <a:r>
              <a:rPr lang="en-US" dirty="0" err="1"/>
              <a:t>delhi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Sorts them by highest price first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B87D50-314D-5A3F-D4E0-75D41826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619" y="2298890"/>
            <a:ext cx="3603691" cy="184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87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70EC-844F-1A4B-2EB5-9E3A5DCA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9078"/>
            <a:ext cx="10058400" cy="1450757"/>
          </a:xfrm>
        </p:spPr>
        <p:txBody>
          <a:bodyPr>
            <a:normAutofit/>
          </a:bodyPr>
          <a:lstStyle/>
          <a:p>
            <a:r>
              <a:rPr lang="en-US" sz="2800" dirty="0"/>
              <a:t>Query 2:Calculate the total sales revenue for each city from sales table.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91698-D8D0-A14C-D2E8-AF8EF3C75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Groups data by city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Calculates total sales for each city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C1B3D-3145-1B40-C53D-E417F2913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565" y="2317531"/>
            <a:ext cx="5312980" cy="162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1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693A-2D03-A3FC-2A7E-F61387DEC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8506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dirty="0"/>
              <a:t>Query 3:Display the top 5 highest priced orders after skipping the first 2 orders from sales table.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E94CE-4BFD-A830-6DAC-ACC5CC1F3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25" y="1830986"/>
            <a:ext cx="10058400" cy="402336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Shows 5 </a:t>
            </a:r>
            <a:r>
              <a:rPr lang="en-US" dirty="0" err="1"/>
              <a:t>ordes</a:t>
            </a:r>
            <a:r>
              <a:rPr lang="en-US" dirty="0"/>
              <a:t> after skipping first 2 highest priced orders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72206-6464-6E5F-2956-742045943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116" y="2617076"/>
            <a:ext cx="5439103" cy="162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3F63-A67B-6DCF-9A59-13BE96B97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8506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dirty="0"/>
              <a:t>Query 4:Dense Rank all orders based on the highest order price from sales table.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BC8A9-E405-976F-956B-C658FD1EB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764" y="1830986"/>
            <a:ext cx="10058400" cy="402336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Assigns rank based on highest price.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order value without skipping.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98363-4471-FF88-55ED-8AA993704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531" y="2461361"/>
            <a:ext cx="4950372" cy="163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BB57-691C-CF60-3490-5C7EDBAE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7507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dirty="0"/>
              <a:t>Query 5:Find orders where the price is greater than the average price of all orders from sales table.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E39F9-1250-6441-105B-63860AEA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015" y="1830985"/>
            <a:ext cx="10058400" cy="40233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Finds orders where price is greater than average price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9D18A-7227-FBCA-A3CA-85BD55345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998" y="2160589"/>
            <a:ext cx="3971533" cy="157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57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EFD3-F63B-363D-1BAF-7FDCF1D6F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5095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dirty="0"/>
              <a:t>Query 6: Find cities where total sales revenue is greater than 5000 using a CTE from sales table.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C1A9C-E105-A32F-400A-3BC09FEA1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921" y="1858754"/>
            <a:ext cx="10058400" cy="402336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Creates temporary result </a:t>
            </a:r>
            <a:r>
              <a:rPr lang="en-US" dirty="0" err="1"/>
              <a:t>city_sales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Shows cities with sales greater than 5000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CF73E-891C-EAB7-0C17-15BB55253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753" y="2325413"/>
            <a:ext cx="5360276" cy="154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6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97B0-4229-9D2C-3867-90C23844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794" y="267496"/>
            <a:ext cx="8596668" cy="1320800"/>
          </a:xfrm>
        </p:spPr>
        <p:txBody>
          <a:bodyPr>
            <a:noAutofit/>
          </a:bodyPr>
          <a:lstStyle/>
          <a:p>
            <a:r>
              <a:rPr lang="en-US" sz="2800" dirty="0"/>
              <a:t>Query 7:Retrieve order details along with customer information by Inner join the Sales table and Customers1 table.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CE79E-F376-FA54-C73A-46BE21971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794" y="1801489"/>
            <a:ext cx="10058400" cy="402336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Combines sales table and customers1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Shows order details with customer information which are matching in both tables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0CB9D-A82E-147A-1D70-695BE5BC6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725" y="2695903"/>
            <a:ext cx="6448406" cy="124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10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61814-8354-CFCF-81A0-44EC4D6F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8506"/>
            <a:ext cx="8596668" cy="1320800"/>
          </a:xfrm>
        </p:spPr>
        <p:txBody>
          <a:bodyPr>
            <a:normAutofit/>
          </a:bodyPr>
          <a:lstStyle/>
          <a:p>
            <a:r>
              <a:rPr lang="en-US" sz="2800" dirty="0"/>
              <a:t>Query 8:Create a view to display all delivered from the sales table.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419C-F94F-4367-4CA1-7B87E8247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764" y="1816237"/>
            <a:ext cx="10058400" cy="402336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Creates a view for all delivered orders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Can be queried like a table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EA5B8-551B-A4CD-FA15-B3A958A26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277" y="2566342"/>
            <a:ext cx="5058698" cy="140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6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367F-E8AE-5E46-F910-963212A2E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064" y="-1051717"/>
            <a:ext cx="8596668" cy="142590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B1912-91CD-2A37-DA6F-C98C0996F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0225" y="19688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5400" dirty="0">
                <a:solidFill>
                  <a:schemeClr val="accent1"/>
                </a:solidFill>
              </a:rPr>
              <a:t>THANK YOU     </a:t>
            </a:r>
            <a:endParaRPr lang="en-IN" sz="5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7425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220</TotalTime>
  <Words>273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Wingdings</vt:lpstr>
      <vt:lpstr>Retrospect</vt:lpstr>
      <vt:lpstr>SALES DATA ANALYSIS USING QUERIES IN MY SQL</vt:lpstr>
      <vt:lpstr>DATASET DESCRIPTION</vt:lpstr>
      <vt:lpstr>Query 1:Find all order from Delhi and display them ordered by price in descending order from sales table.</vt:lpstr>
      <vt:lpstr>Query 2:Calculate the total sales revenue for each city from sales table.</vt:lpstr>
      <vt:lpstr>Query 3:Display the top 5 highest priced orders after skipping the first 2 orders from sales table.</vt:lpstr>
      <vt:lpstr>Query 4:Dense Rank all orders based on the highest order price from sales table.</vt:lpstr>
      <vt:lpstr>Query 5:Find orders where the price is greater than the average price of all orders from sales table.</vt:lpstr>
      <vt:lpstr>Query 6: Find cities where total sales revenue is greater than 5000 using a CTE from sales table.</vt:lpstr>
      <vt:lpstr>Query 7:Retrieve order details along with customer information by Inner join the Sales table and Customers1 table.</vt:lpstr>
      <vt:lpstr>Query 8:Create a view to display all delivered from the sales table.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pedhadavarun@gmail.com</dc:creator>
  <cp:lastModifiedBy>pedhadavarun@gmail.com</cp:lastModifiedBy>
  <cp:revision>6</cp:revision>
  <dcterms:created xsi:type="dcterms:W3CDTF">2026-03-09T12:10:35Z</dcterms:created>
  <dcterms:modified xsi:type="dcterms:W3CDTF">2026-03-10T08:33:04Z</dcterms:modified>
</cp:coreProperties>
</file>